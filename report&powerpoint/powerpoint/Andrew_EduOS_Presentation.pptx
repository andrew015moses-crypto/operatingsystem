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2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Educational Operating System Simulator</a:t>
            </a:r>
            <a:r>
              <a:rPr lang="en-US" dirty="0"/>
              <a:t> (EduOS )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Module Code: 351 CS 2104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Student Name: Andrew</a:t>
            </a:r>
            <a:r>
              <a:rPr lang="en-US" dirty="0"/>
              <a:t> Rashid</a:t>
            </a:r>
            <a:r>
              <a:rPr dirty="0"/>
              <a:t> Moses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Semester III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Department of Computer Science &amp; IT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Submission Date: 28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EduOS is a multi-component operating system simulator developed using C and Python.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The project demonstrates important operating system concepts such as process management,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CPU scheduling, threading, synchronization, memory management, and interprocess communication (IPC).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The simulator integrates low-level system operations with scheduling analysis and graphical visualization.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The assignment also provided practical experience with GitHub version control, debugging tools,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and integration between different programming languages.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System Flow: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 Core Simulator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PCB Snapshot JSON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Python Scheduler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Scheduling Analysis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Gantt Charts &amp; Reports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The C simulator handles low-level operating system operations while the Python scheduler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performs scheduling calculations and graphical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Important Operating System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Process Control Block (PCB):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Stores process information such as PID, process state, burst time, priority, and memory usage.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Scheduling: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Determines the order in which processes use CPU resources.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Thread: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 lightweight unit of execution within a process.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Critical Section: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 part of the program where shared resources are accessed.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Synchronization: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Prevents multiple threads from corrupting shared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PCB Struct in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Efficient organization of process information.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POSIX Shared Memory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Faster communication using direct memory access.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Mutex Synchronization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Prevents race conditions and protects shared resources.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Queue Data Structure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Used in Round Robin scheduling for fair CPU allocation.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JSON Serialization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Simplifies communication between C and Python.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 Syllabus Mapping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Process Management → PCB structures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Scheduling Algorithms → FCFS, SJF, Priority, Round Robin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Threads → POSIX pthread implementation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Synchronization → Mutexes and Semaphores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IPC → Shared Memory and Pipes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Memory Management → Dynamic memory allocation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System Calls → edu_fork(), edu_exec(), edu_wait()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FCFS Scheduling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FCFS (First Come First Served) executes processes according to arrival order.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Simple implementation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No starvation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Disadvantages: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Convoy effect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Long waiting time for smaller processes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This algorithm is best suited for simple batch processing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SJF Scheduling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SJF (Shortest Job First) executes the process with the shortest burst time first.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Lowest average waiting time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Better CPU utilization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Disadvantages: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Longer jobs may starve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SJF is efficient for systems where short tasks dominate the workload.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Priority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Processes are executed according to priority values.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Important Notes: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Lower priority number means higher urgency.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Ageing increases waiting process priority over time.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Important processes execute faster.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Disadvantages: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Starvation may occur without ageing.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Round Robin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Round Robin allocates CPU time equally using a fixed time quantum.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Fair scheduling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Good responsiveness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Disadvantages: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Increased context switching overhead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This algorithm is widely used in modern time-sharing operating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Scheduling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Analysis of Scheduling Results: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SJF produced the lowest average waiting time because shorter jobs completed earlier.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FCFS produced larger waiting times due to long processes blocking smaller jobs.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Round Robin improved responsiveness and fairness.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Priority Scheduling efficiently handled urgent processes.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Different algorithms are suitable for different system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 Threading 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Race Condition: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Multiple threads accessed the same shared counter simultaneously, producing inconsistent outputs.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Thread Debugging: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Valgrind and Thread Sanitizer identified unsafe memory access and synchronization problems.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Mutex locks protected critical sections and ensured deterministic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Deadlock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Deadlock occurred when two threads attempted to acquire two mutexes in opposite order.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Example: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Thread A → Lock 1 then Lock 2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Thread B → Lock 2 then Lock 1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 consistent lock ordering policy was applied to prevent circular waiting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Lessons Learned</a:t>
            </a:r>
            <a:r>
              <a:rPr lang="en-US" dirty="0"/>
              <a:t> on </a:t>
            </a:r>
            <a:br>
              <a:rPr lang="en-US" dirty="0"/>
            </a:br>
            <a:r>
              <a:rPr lang="en-US" dirty="0"/>
              <a:t>C vs Python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C provided direct control over memory, synchronization, and system-level operations.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This exposed the complexity of low-level operating system programming.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Python simplified scheduling implementation using high-level data structures and visualization libraries.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Scheduling metrics and Gantt charts were easier to generate in Python.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The project demonstrated how low-level and high-level languages complement each other in system development.</a:t>
            </a: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Challenge 1: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Race conditions corrupted shared data.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Added mutex synchronization.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Challenge 2: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Scheduling calculations produced incorrect metrics.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Corrected timing logic.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Challenge 3: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GitHub merge conflicts.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Used git pull and manual conflict resolution.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Challenge 4: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Deadlocks during thread execution.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Implemented consistent lock ordering.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Visual Studio Code And</a:t>
            </a:r>
            <a:r>
              <a:rPr dirty="0"/>
              <a:t> GitHub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Installed VSC and it’s  extension for c and python language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Repository URL:</a:t>
            </a: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https://github.com/UsernameEmail/OperatingSystemAssignment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Total Commits: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15+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Branching Strategy: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Main branch used for stable code.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Feature branches used for testing and debugging.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Git log outputs were included for version tracking.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EduOS successfully demonstrated major operating system concepts including process management,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CPU scheduling, threading, synchronization, IPC, memory management, and system integration.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The project strengthened practical understanding of debugging, concurrency control, 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GitHub version control, and operating system design principles.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949</Words>
  <Application>Microsoft Office PowerPoint</Application>
  <PresentationFormat>On-screen Show (4:3)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Title Slide</vt:lpstr>
      <vt:lpstr> Abstract</vt:lpstr>
      <vt:lpstr>System Overview</vt:lpstr>
      <vt:lpstr>Important Operating System Concepts</vt:lpstr>
      <vt:lpstr> Design Decisions</vt:lpstr>
      <vt:lpstr> Syllabus Mapping Table</vt:lpstr>
      <vt:lpstr>FCFS Scheduling Results</vt:lpstr>
      <vt:lpstr>SJF Scheduling Results</vt:lpstr>
      <vt:lpstr>Priority Scheduling</vt:lpstr>
      <vt:lpstr>Round Robin Scheduling</vt:lpstr>
      <vt:lpstr>Scheduling Analysis</vt:lpstr>
      <vt:lpstr> Threading Issues Encountered</vt:lpstr>
      <vt:lpstr>Deadlock Demonstration</vt:lpstr>
      <vt:lpstr>Lessons Learned on  C vs Python </vt:lpstr>
      <vt:lpstr> Challenges &amp; Solutions</vt:lpstr>
      <vt:lpstr>Visual Studio Code And GitHub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>Andrew Moses</dc:creator>
  <cp:keywords/>
  <dc:description>generated using python-pptx</dc:description>
  <cp:lastModifiedBy>andrew015moses@gmail.com</cp:lastModifiedBy>
  <cp:revision>12</cp:revision>
  <dcterms:created xsi:type="dcterms:W3CDTF">2013-01-27T09:14:16Z</dcterms:created>
  <dcterms:modified xsi:type="dcterms:W3CDTF">2026-05-28T07:47:46Z</dcterms:modified>
  <cp:category/>
</cp:coreProperties>
</file>